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0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6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9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86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7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6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7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69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D837-5B80-6ABC-4776-7ACEF26CE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09022"/>
            <a:ext cx="78867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5DDA-1996-2133-D1FB-2BA2C36E9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4" y="4136924"/>
            <a:ext cx="7654413" cy="198365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HARINIKA.S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192521444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Dr. T. Rajesh Kumar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8EF7E-8657-1830-3BD2-E8B29BA7ABFA}"/>
              </a:ext>
            </a:extLst>
          </p:cNvPr>
          <p:cNvSpPr txBox="1"/>
          <p:nvPr/>
        </p:nvSpPr>
        <p:spPr>
          <a:xfrm>
            <a:off x="870153" y="2921955"/>
            <a:ext cx="7654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– CSA0303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Picture 2">
            <a:extLst>
              <a:ext uri="{FF2B5EF4-FFF2-40B4-BE49-F238E27FC236}">
                <a16:creationId xmlns:a16="http://schemas.microsoft.com/office/drawing/2014/main" id="{3C6C53AE-57C4-F46E-2564-91B19D7A2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42" y="172177"/>
            <a:ext cx="8692316" cy="125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014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00535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STREAMING PLAYL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 USING LINKED LIST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32139"/>
            <a:ext cx="8229600" cy="2750574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Music streaming apps let users create playlists.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Songs can be added anytime.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Songs can be removed or reordered.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Linked List supports dynamic updates.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29978-5D9F-7E0C-C377-39AC87263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29C90A-0EBB-35F0-B5C3-9AE789864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9810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3932"/>
            <a:ext cx="8229600" cy="2691581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Users frequently modify playlists.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Songs move to different positions.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Playlist size changes dynamically.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Efficient updates are required.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D6F0C-F0E9-B8DD-4A80-E867F1336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B8E897-4993-5705-ECFF-7D35A7CEB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6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6338"/>
            <a:ext cx="8229600" cy="3178277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Stores songs as linked nodes.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Dynamic memory allocation.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No fixed size limitation.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Easy insertion and deletion.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5F989-3A1B-BF4B-161D-BF2091AF9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07786B-24C8-BE43-5A43-F53F9F41B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64567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Linked 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90582"/>
            <a:ext cx="8229600" cy="2942303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Fast insertion of songs.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Easy deletion without shifting.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Simple song reordering.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Suitable for dynamic playlists.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113B1A-53BE-1696-5993-C692CBABA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746813-F80D-8F7E-A4A8-67F7C26B4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04338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43609"/>
            <a:ext cx="7886700" cy="2805369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Flexible playlist management.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Efficient insert and delete operations.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Uses dynamic memory.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Best choice for playlist systems.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E70D6-D9EB-AF98-213C-82E75FBD3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95C764-5AE7-8981-2379-7391EF059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4788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APPLICATION USING HASH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70356"/>
            <a:ext cx="8229600" cy="2544098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Dictionary apps store many words.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Users expect instant search.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Frequent lookups are performed.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Fast searching is essential.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12C27-FD2F-3537-C51C-AF1EF7A41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2CFAB8-EB8D-890C-BA9D-BAE5B8B97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89586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58359"/>
            <a:ext cx="7886700" cy="2362917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Millions of words to search.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Quick response is required.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Frequent insertions possible.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High performance is needed.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7058A-75B4-E77A-17A1-59B4C1B11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638ED6-B393-122C-9F4A-46531F00A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81320"/>
            <a:ext cx="7886700" cy="1325563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05843"/>
            <a:ext cx="7886700" cy="2318672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Uses a hash function.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Maps words to indexes.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Supports direct access.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Efficient storage.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3F7B9-6404-C35C-E413-6DA0A914D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F523AF-1D02-08F9-4F82-1FBC916AC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92826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Hash 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43609"/>
            <a:ext cx="7886700" cy="2702130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Average search O(1).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Fast insertion.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Fast deletion.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Suitable for large databases.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9E46A-0963-FECE-9DF5-996350DC8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F6A14D-68B7-8CB0-22EC-5DCEAF191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33832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Excellent search performance.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Reduces lookup time.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Efficient for large datasets.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Best for dictionary applications.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B722F-444F-2312-A0EC-0CE99C384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111EB6-2E59-BFDA-55FD-2A48E6064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981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 SYSTEM USING PRIORITY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86061"/>
            <a:ext cx="7886700" cy="2525149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Tasks have different priorities.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Important jobs execute first.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Scheduling improves efficiency.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Priority Queue manages execution.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5CB94-079B-F5E4-4B64-3820241A6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02F164-B36B-F80C-DD21-4702186BE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40316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91094"/>
            <a:ext cx="7886700" cy="2318672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Multiple tasks arrive together.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High priority needs quick service.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Fair scheduling is required.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Execution order matters.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0CE47-9289-1392-895C-10CF27622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1BC0F4-BBA7-D427-AD4F-433012F3E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10816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61598"/>
            <a:ext cx="7886700" cy="2407162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Implemented using Heap.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Stores tasks by priority.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Highest priority removed first.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Efficient scheduling.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6E301-4F9A-C27F-F760-9DBA1398F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0A9EFF-06AA-BF09-4765-8BE92F0B2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92826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Priority Queue?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613640"/>
          </a:xfrm>
        </p:spPr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Insertion O(log n).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Deletion O(log n).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Highest priority first.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Used in operating systems.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32FCE-E9DE-0E73-C688-312A3DFA2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08F623-60DF-DFA3-7FDB-613827DD4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50936"/>
            <a:ext cx="904875" cy="923925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F768DE-92BC-3C76-9CB7-0C3FE2A50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19081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latin typeface="Times New Roman"/>
              </a:defRPr>
            </a:pPr>
            <a:r>
              <a:rPr sz="2800" dirty="0"/>
              <a:t>Improves scheduling efficiency.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Ensures priority execution.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Handles dynamic tasks.</a:t>
            </a:r>
          </a:p>
          <a:p>
            <a:pPr>
              <a:defRPr sz="2400">
                <a:latin typeface="Times New Roman"/>
              </a:defRPr>
            </a:pPr>
            <a:r>
              <a:rPr sz="2800" dirty="0"/>
              <a:t>Best for task scheduling.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67CA9-18AD-8FD6-2BA0-B17980B87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403" y="102851"/>
            <a:ext cx="800100" cy="990600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0B7D0F-89DC-417A-BCF7-4C4D6378A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7" y="136188"/>
            <a:ext cx="904875" cy="923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ED42-22E5-82FE-AF47-FFEB7F7C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0688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Picture 2">
            <a:extLst>
              <a:ext uri="{FF2B5EF4-FFF2-40B4-BE49-F238E27FC236}">
                <a16:creationId xmlns:a16="http://schemas.microsoft.com/office/drawing/2014/main" id="{23344DA1-E0AA-841B-7DFB-ED4A602C0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42" y="172177"/>
            <a:ext cx="8692316" cy="125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228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</TotalTime>
  <Words>368</Words>
  <Application>Microsoft Office PowerPoint</Application>
  <PresentationFormat>On-screen Show (4:3)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2013 - 2022 Theme</vt:lpstr>
      <vt:lpstr>TECHNICAL PRESENTATION</vt:lpstr>
      <vt:lpstr>MUSIC STREAMING PLAYLIST USING LINKED LIST</vt:lpstr>
      <vt:lpstr>Problem Statement</vt:lpstr>
      <vt:lpstr>Recommended Data Structure</vt:lpstr>
      <vt:lpstr>Why Linked List?</vt:lpstr>
      <vt:lpstr>Conclusion</vt:lpstr>
      <vt:lpstr>DICTIONARY APPLICATION USING HASH TABLE</vt:lpstr>
      <vt:lpstr>Problem Statement</vt:lpstr>
      <vt:lpstr>Recommended Data Structure</vt:lpstr>
      <vt:lpstr>Why Hash Table?</vt:lpstr>
      <vt:lpstr>Conclusion</vt:lpstr>
      <vt:lpstr>TASK SCHEDULING SYSTEM USING PRIORITY QUEUE</vt:lpstr>
      <vt:lpstr>Problem Statement</vt:lpstr>
      <vt:lpstr>Recommended Data Structure</vt:lpstr>
      <vt:lpstr>Why Priority Queue?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</dc:title>
  <dc:subject/>
  <dc:creator/>
  <cp:keywords/>
  <dc:description>generated using python-pptx</dc:description>
  <cp:lastModifiedBy>Harinika S</cp:lastModifiedBy>
  <cp:revision>3</cp:revision>
  <dcterms:created xsi:type="dcterms:W3CDTF">2013-01-27T09:14:16Z</dcterms:created>
  <dcterms:modified xsi:type="dcterms:W3CDTF">2026-07-25T03:43:51Z</dcterms:modified>
  <cp:category/>
</cp:coreProperties>
</file>