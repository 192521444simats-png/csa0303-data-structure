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4" r:id="rId4"/>
    <p:sldId id="259" r:id="rId5"/>
    <p:sldId id="260" r:id="rId6"/>
    <p:sldId id="261" r:id="rId7"/>
    <p:sldId id="262" r:id="rId8"/>
    <p:sldId id="272" r:id="rId9"/>
    <p:sldId id="273" r:id="rId10"/>
    <p:sldId id="275" r:id="rId11"/>
    <p:sldId id="271" r:id="rId12"/>
  </p:sldIdLst>
  <p:sldSz cx="18288000" cy="10287000"/>
  <p:notesSz cx="6858000" cy="9144000"/>
  <p:embeddedFontLs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6E683-7420-4999-AC38-57986E64F82B}" v="6" dt="2026-08-04T05:46:57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0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mana khan" userId="ad7617575f698bed" providerId="LiveId" clId="{5FC37428-9A96-4CF1-A162-8A847FFC90CA}"/>
    <pc:docChg chg="undo custSel addSld delSld modSld sldOrd">
      <pc:chgData name="Rumana khan" userId="ad7617575f698bed" providerId="LiveId" clId="{5FC37428-9A96-4CF1-A162-8A847FFC90CA}" dt="2026-08-04T05:23:11.324" v="2877" actId="1076"/>
      <pc:docMkLst>
        <pc:docMk/>
      </pc:docMkLst>
      <pc:sldChg chg="addSp modSp mod">
        <pc:chgData name="Rumana khan" userId="ad7617575f698bed" providerId="LiveId" clId="{5FC37428-9A96-4CF1-A162-8A847FFC90CA}" dt="2026-08-04T04:30:07.445" v="2526" actId="207"/>
        <pc:sldMkLst>
          <pc:docMk/>
          <pc:sldMk cId="0" sldId="256"/>
        </pc:sldMkLst>
        <pc:spChg chg="mod">
          <ac:chgData name="Rumana khan" userId="ad7617575f698bed" providerId="LiveId" clId="{5FC37428-9A96-4CF1-A162-8A847FFC90CA}" dt="2026-08-04T04:30:07.445" v="2526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29:04.473" v="251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31:38.112" v="1406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29:56.622" v="2525" actId="1076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Rumana khan" userId="ad7617575f698bed" providerId="LiveId" clId="{5FC37428-9A96-4CF1-A162-8A847FFC90CA}" dt="2026-08-04T04:28:03.546" v="2495" actId="5793"/>
          <ac:spMkLst>
            <pc:docMk/>
            <pc:sldMk cId="0" sldId="256"/>
            <ac:spMk id="13" creationId="{0AD2AA8B-4247-4749-451B-EAEA3270EB27}"/>
          </ac:spMkLst>
        </pc:spChg>
        <pc:grpChg chg="mod">
          <ac:chgData name="Rumana khan" userId="ad7617575f698bed" providerId="LiveId" clId="{5FC37428-9A96-4CF1-A162-8A847FFC90CA}" dt="2026-08-04T04:29:49.959" v="2524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Rumana khan" userId="ad7617575f698bed" providerId="LiveId" clId="{5FC37428-9A96-4CF1-A162-8A847FFC90CA}" dt="2026-08-04T05:09:15.642" v="2809" actId="1076"/>
        <pc:sldMkLst>
          <pc:docMk/>
          <pc:sldMk cId="0" sldId="258"/>
        </pc:sldMkLst>
        <pc:spChg chg="mod">
          <ac:chgData name="Rumana khan" userId="ad7617575f698bed" providerId="LiveId" clId="{5FC37428-9A96-4CF1-A162-8A847FFC90CA}" dt="2026-08-04T04:30:29.078" v="255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1:19.404" v="2574" actId="1076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09:15.642" v="2809" actId="1076"/>
          <ac:picMkLst>
            <pc:docMk/>
            <pc:sldMk cId="0" sldId="258"/>
            <ac:picMk id="11" creationId="{678B74E8-A187-A8DB-C0C3-7C0D6CA4DEA1}"/>
          </ac:picMkLst>
        </pc:picChg>
        <pc:picChg chg="add del mod">
          <ac:chgData name="Rumana khan" userId="ad7617575f698bed" providerId="LiveId" clId="{5FC37428-9A96-4CF1-A162-8A847FFC90CA}" dt="2026-08-04T04:30:51.500" v="2561" actId="478"/>
          <ac:picMkLst>
            <pc:docMk/>
            <pc:sldMk cId="0" sldId="258"/>
            <ac:picMk id="1026" creationId="{94FC32BB-9601-E05A-23BF-B211BB884A22}"/>
          </ac:picMkLst>
        </pc:picChg>
      </pc:sldChg>
      <pc:sldChg chg="addSp delSp modSp mod">
        <pc:chgData name="Rumana khan" userId="ad7617575f698bed" providerId="LiveId" clId="{5FC37428-9A96-4CF1-A162-8A847FFC90CA}" dt="2026-08-04T05:11:33.279" v="2813" actId="1076"/>
        <pc:sldMkLst>
          <pc:docMk/>
          <pc:sldMk cId="0" sldId="259"/>
        </pc:sldMkLst>
        <pc:spChg chg="mod">
          <ac:chgData name="Rumana khan" userId="ad7617575f698bed" providerId="LiveId" clId="{5FC37428-9A96-4CF1-A162-8A847FFC90CA}" dt="2026-08-04T04:31:29.199" v="2611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2:32.469" v="2624" actId="2710"/>
          <ac:spMkLst>
            <pc:docMk/>
            <pc:sldMk cId="0" sldId="259"/>
            <ac:spMk id="5" creationId="{00000000-0000-0000-0000-000000000000}"/>
          </ac:spMkLst>
        </pc:spChg>
        <pc:spChg chg="add">
          <ac:chgData name="Rumana khan" userId="ad7617575f698bed" providerId="LiveId" clId="{5FC37428-9A96-4CF1-A162-8A847FFC90CA}" dt="2026-08-04T04:31:36.824" v="2612"/>
          <ac:spMkLst>
            <pc:docMk/>
            <pc:sldMk cId="0" sldId="259"/>
            <ac:spMk id="10" creationId="{2FEF844C-973C-2E4B-4DD8-C8B70BA30234}"/>
          </ac:spMkLst>
        </pc:spChg>
        <pc:picChg chg="add mod">
          <ac:chgData name="Rumana khan" userId="ad7617575f698bed" providerId="LiveId" clId="{5FC37428-9A96-4CF1-A162-8A847FFC90CA}" dt="2026-08-04T05:11:33.279" v="2813" actId="1076"/>
          <ac:picMkLst>
            <pc:docMk/>
            <pc:sldMk cId="0" sldId="259"/>
            <ac:picMk id="1026" creationId="{44AF14EB-800E-C25E-9DDE-4DE37C55003D}"/>
          </ac:picMkLst>
        </pc:picChg>
        <pc:picChg chg="add del mod">
          <ac:chgData name="Rumana khan" userId="ad7617575f698bed" providerId="LiveId" clId="{5FC37428-9A96-4CF1-A162-8A847FFC90CA}" dt="2026-08-04T04:32:34.084" v="2625" actId="478"/>
          <ac:picMkLst>
            <pc:docMk/>
            <pc:sldMk cId="0" sldId="259"/>
            <ac:picMk id="2050" creationId="{C2A91F74-15AB-0C86-5F7D-FE1647C71FE1}"/>
          </ac:picMkLst>
        </pc:picChg>
      </pc:sldChg>
      <pc:sldChg chg="addSp delSp modSp mod">
        <pc:chgData name="Rumana khan" userId="ad7617575f698bed" providerId="LiveId" clId="{5FC37428-9A96-4CF1-A162-8A847FFC90CA}" dt="2026-08-04T05:15:24.120" v="2816" actId="1076"/>
        <pc:sldMkLst>
          <pc:docMk/>
          <pc:sldMk cId="0" sldId="260"/>
        </pc:sldMkLst>
        <pc:spChg chg="mod">
          <ac:chgData name="Rumana khan" userId="ad7617575f698bed" providerId="LiveId" clId="{5FC37428-9A96-4CF1-A162-8A847FFC90CA}" dt="2026-08-04T04:33:03.391" v="2630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4:21.016" v="2655" actId="5793"/>
          <ac:spMkLst>
            <pc:docMk/>
            <pc:sldMk cId="0" sldId="260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15:24.120" v="2816" actId="1076"/>
          <ac:picMkLst>
            <pc:docMk/>
            <pc:sldMk cId="0" sldId="260"/>
            <ac:picMk id="11" creationId="{6C057CEA-9AA3-1B4F-10DE-A61B7B0C3A00}"/>
          </ac:picMkLst>
        </pc:picChg>
        <pc:picChg chg="add del mod">
          <ac:chgData name="Rumana khan" userId="ad7617575f698bed" providerId="LiveId" clId="{5FC37428-9A96-4CF1-A162-8A847FFC90CA}" dt="2026-08-04T04:34:12.500" v="2652" actId="478"/>
          <ac:picMkLst>
            <pc:docMk/>
            <pc:sldMk cId="0" sldId="260"/>
            <ac:picMk id="1026" creationId="{EAA8E4A8-387D-3F80-3D1F-2A1F89D2048D}"/>
          </ac:picMkLst>
        </pc:picChg>
      </pc:sldChg>
      <pc:sldChg chg="addSp delSp modSp mod">
        <pc:chgData name="Rumana khan" userId="ad7617575f698bed" providerId="LiveId" clId="{5FC37428-9A96-4CF1-A162-8A847FFC90CA}" dt="2026-08-04T05:17:43.282" v="2819" actId="1076"/>
        <pc:sldMkLst>
          <pc:docMk/>
          <pc:sldMk cId="0" sldId="261"/>
        </pc:sldMkLst>
        <pc:spChg chg="mod">
          <ac:chgData name="Rumana khan" userId="ad7617575f698bed" providerId="LiveId" clId="{5FC37428-9A96-4CF1-A162-8A847FFC90CA}" dt="2026-07-19T06:45:46.721" v="174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5:13.327" v="266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6:23.053" v="2700" actId="2710"/>
          <ac:spMkLst>
            <pc:docMk/>
            <pc:sldMk cId="0" sldId="261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17:43.282" v="2819" actId="1076"/>
          <ac:picMkLst>
            <pc:docMk/>
            <pc:sldMk cId="0" sldId="261"/>
            <ac:picMk id="2050" creationId="{775DBA41-915A-2F42-F28D-064144881E6B}"/>
          </ac:picMkLst>
        </pc:picChg>
        <pc:picChg chg="add del mod">
          <ac:chgData name="Rumana khan" userId="ad7617575f698bed" providerId="LiveId" clId="{5FC37428-9A96-4CF1-A162-8A847FFC90CA}" dt="2026-08-04T04:35:15.855" v="2664" actId="478"/>
          <ac:picMkLst>
            <pc:docMk/>
            <pc:sldMk cId="0" sldId="261"/>
            <ac:picMk id="2050" creationId="{E839B8B4-80D9-207E-3222-08B69DF52600}"/>
          </ac:picMkLst>
        </pc:picChg>
      </pc:sldChg>
      <pc:sldChg chg="addSp delSp modSp mod">
        <pc:chgData name="Rumana khan" userId="ad7617575f698bed" providerId="LiveId" clId="{5FC37428-9A96-4CF1-A162-8A847FFC90CA}" dt="2026-08-04T05:21:43.968" v="2866" actId="1076"/>
        <pc:sldMkLst>
          <pc:docMk/>
          <pc:sldMk cId="0" sldId="262"/>
        </pc:sldMkLst>
        <pc:spChg chg="mod">
          <ac:chgData name="Rumana khan" userId="ad7617575f698bed" providerId="LiveId" clId="{5FC37428-9A96-4CF1-A162-8A847FFC90CA}" dt="2026-08-04T04:36:52.154" v="2714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7:03.420" v="2717" actId="113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Rumana khan" userId="ad7617575f698bed" providerId="LiveId" clId="{5FC37428-9A96-4CF1-A162-8A847FFC90CA}" dt="2026-08-04T04:37:48.248" v="2737" actId="20577"/>
          <ac:spMkLst>
            <pc:docMk/>
            <pc:sldMk cId="0" sldId="262"/>
            <ac:spMk id="9" creationId="{AF214483-C137-A7CC-513D-71F805AE13C2}"/>
          </ac:spMkLst>
        </pc:spChg>
        <pc:spChg chg="mod">
          <ac:chgData name="Rumana khan" userId="ad7617575f698bed" providerId="LiveId" clId="{5FC37428-9A96-4CF1-A162-8A847FFC90CA}" dt="2026-07-23T11:20:33.569" v="2379" actId="1076"/>
          <ac:spMkLst>
            <pc:docMk/>
            <pc:sldMk cId="0" sldId="262"/>
            <ac:spMk id="10" creationId="{1C777405-B818-A531-A12A-7945C6F53CCE}"/>
          </ac:spMkLst>
        </pc:spChg>
        <pc:spChg chg="add">
          <ac:chgData name="Rumana khan" userId="ad7617575f698bed" providerId="LiveId" clId="{5FC37428-9A96-4CF1-A162-8A847FFC90CA}" dt="2026-08-04T05:19:11.938" v="2826"/>
          <ac:spMkLst>
            <pc:docMk/>
            <pc:sldMk cId="0" sldId="262"/>
            <ac:spMk id="11" creationId="{A7CC189E-1407-CDDC-D69A-D0B93C2F1AB5}"/>
          </ac:spMkLst>
        </pc:spChg>
        <pc:spChg chg="add">
          <ac:chgData name="Rumana khan" userId="ad7617575f698bed" providerId="LiveId" clId="{5FC37428-9A96-4CF1-A162-8A847FFC90CA}" dt="2026-08-04T05:19:59.640" v="2835"/>
          <ac:spMkLst>
            <pc:docMk/>
            <pc:sldMk cId="0" sldId="262"/>
            <ac:spMk id="13" creationId="{C2677603-4A72-4C57-3A6A-B89588123136}"/>
          </ac:spMkLst>
        </pc:spChg>
        <pc:picChg chg="add mod">
          <ac:chgData name="Rumana khan" userId="ad7617575f698bed" providerId="LiveId" clId="{5FC37428-9A96-4CF1-A162-8A847FFC90CA}" dt="2026-08-04T05:21:41.569" v="2865" actId="1076"/>
          <ac:picMkLst>
            <pc:docMk/>
            <pc:sldMk cId="0" sldId="262"/>
            <ac:picMk id="12" creationId="{B7229798-F930-30E0-1860-6BEAAC140D4B}"/>
          </ac:picMkLst>
        </pc:picChg>
        <pc:picChg chg="add">
          <ac:chgData name="Rumana khan" userId="ad7617575f698bed" providerId="LiveId" clId="{5FC37428-9A96-4CF1-A162-8A847FFC90CA}" dt="2026-08-04T05:20:01.391" v="2836"/>
          <ac:picMkLst>
            <pc:docMk/>
            <pc:sldMk cId="0" sldId="262"/>
            <ac:picMk id="14" creationId="{EE96B0EA-2C9D-4227-4B41-57434075E0B2}"/>
          </ac:picMkLst>
        </pc:picChg>
        <pc:picChg chg="add mod">
          <ac:chgData name="Rumana khan" userId="ad7617575f698bed" providerId="LiveId" clId="{5FC37428-9A96-4CF1-A162-8A847FFC90CA}" dt="2026-08-04T05:21:36.871" v="2864" actId="1076"/>
          <ac:picMkLst>
            <pc:docMk/>
            <pc:sldMk cId="0" sldId="262"/>
            <ac:picMk id="3074" creationId="{F4AC8D6A-EAE8-2034-1961-FD391E3B5F25}"/>
          </ac:picMkLst>
        </pc:picChg>
        <pc:picChg chg="add del mod">
          <ac:chgData name="Rumana khan" userId="ad7617575f698bed" providerId="LiveId" clId="{5FC37428-9A96-4CF1-A162-8A847FFC90CA}" dt="2026-08-04T04:37:51.252" v="2738" actId="478"/>
          <ac:picMkLst>
            <pc:docMk/>
            <pc:sldMk cId="0" sldId="262"/>
            <ac:picMk id="3076" creationId="{CEEEC9FB-D33E-BFFE-CFCD-DD237E899AB8}"/>
          </ac:picMkLst>
        </pc:picChg>
        <pc:picChg chg="add">
          <ac:chgData name="Rumana khan" userId="ad7617575f698bed" providerId="LiveId" clId="{5FC37428-9A96-4CF1-A162-8A847FFC90CA}" dt="2026-08-04T05:19:06.601" v="2825"/>
          <ac:picMkLst>
            <pc:docMk/>
            <pc:sldMk cId="0" sldId="262"/>
            <ac:picMk id="3076" creationId="{D4811EA7-A338-400B-BE9D-F3969918A40D}"/>
          </ac:picMkLst>
        </pc:picChg>
        <pc:picChg chg="add mod">
          <ac:chgData name="Rumana khan" userId="ad7617575f698bed" providerId="LiveId" clId="{5FC37428-9A96-4CF1-A162-8A847FFC90CA}" dt="2026-08-04T05:20:14.584" v="2843" actId="1076"/>
          <ac:picMkLst>
            <pc:docMk/>
            <pc:sldMk cId="0" sldId="262"/>
            <ac:picMk id="3082" creationId="{282D1E65-E20A-D3C1-BB0C-D56D8DF439C8}"/>
          </ac:picMkLst>
        </pc:picChg>
        <pc:picChg chg="add mod">
          <ac:chgData name="Rumana khan" userId="ad7617575f698bed" providerId="LiveId" clId="{5FC37428-9A96-4CF1-A162-8A847FFC90CA}" dt="2026-08-04T05:21:43.968" v="2866" actId="1076"/>
          <ac:picMkLst>
            <pc:docMk/>
            <pc:sldMk cId="0" sldId="262"/>
            <ac:picMk id="3084" creationId="{71829D27-5BAA-DD45-56ED-01EC7371EE2E}"/>
          </ac:picMkLst>
        </pc:picChg>
      </pc:sldChg>
      <pc:sldChg chg="addSp delSp modSp add mod ord">
        <pc:chgData name="Rumana khan" userId="ad7617575f698bed" providerId="LiveId" clId="{5FC37428-9A96-4CF1-A162-8A847FFC90CA}" dt="2026-08-04T05:21:54.898" v="2868" actId="1076"/>
        <pc:sldMkLst>
          <pc:docMk/>
          <pc:sldMk cId="915057840" sldId="272"/>
        </pc:sldMkLst>
        <pc:spChg chg="mod">
          <ac:chgData name="Rumana khan" userId="ad7617575f698bed" providerId="LiveId" clId="{5FC37428-9A96-4CF1-A162-8A847FFC90CA}" dt="2026-08-04T04:38:06.407" v="2741" actId="1076"/>
          <ac:spMkLst>
            <pc:docMk/>
            <pc:sldMk cId="915057840" sldId="272"/>
            <ac:spMk id="3" creationId="{F8E7816B-83D2-AE1B-8CF9-7ADE02621288}"/>
          </ac:spMkLst>
        </pc:spChg>
        <pc:spChg chg="mod">
          <ac:chgData name="Rumana khan" userId="ad7617575f698bed" providerId="LiveId" clId="{5FC37428-9A96-4CF1-A162-8A847FFC90CA}" dt="2026-08-04T04:38:25.027" v="2743" actId="2711"/>
          <ac:spMkLst>
            <pc:docMk/>
            <pc:sldMk cId="915057840" sldId="272"/>
            <ac:spMk id="4" creationId="{3A504475-FDE8-F353-DD75-3FBC66E6949E}"/>
          </ac:spMkLst>
        </pc:spChg>
        <pc:spChg chg="mod">
          <ac:chgData name="Rumana khan" userId="ad7617575f698bed" providerId="LiveId" clId="{5FC37428-9A96-4CF1-A162-8A847FFC90CA}" dt="2026-08-04T05:21:54.898" v="2868" actId="1076"/>
          <ac:spMkLst>
            <pc:docMk/>
            <pc:sldMk cId="915057840" sldId="272"/>
            <ac:spMk id="9" creationId="{ADA27465-089A-6C46-9255-2DFC51B39670}"/>
          </ac:spMkLst>
        </pc:spChg>
        <pc:spChg chg="add">
          <ac:chgData name="Rumana khan" userId="ad7617575f698bed" providerId="LiveId" clId="{5FC37428-9A96-4CF1-A162-8A847FFC90CA}" dt="2026-08-04T04:38:34.221" v="2744"/>
          <ac:spMkLst>
            <pc:docMk/>
            <pc:sldMk cId="915057840" sldId="272"/>
            <ac:spMk id="10" creationId="{5282E3D0-ADC4-54AE-A048-D4DA78A28C17}"/>
          </ac:spMkLst>
        </pc:spChg>
        <pc:grpChg chg="add del">
          <ac:chgData name="Rumana khan" userId="ad7617575f698bed" providerId="LiveId" clId="{5FC37428-9A96-4CF1-A162-8A847FFC90CA}" dt="2026-07-19T06:50:54.394" v="1837" actId="478"/>
          <ac:grpSpMkLst>
            <pc:docMk/>
            <pc:sldMk cId="915057840" sldId="272"/>
            <ac:grpSpMk id="2" creationId="{8E5F33E6-319F-6FA5-CD4B-B90435E8149F}"/>
          </ac:grpSpMkLst>
        </pc:grpChg>
        <pc:picChg chg="add del mod">
          <ac:chgData name="Rumana khan" userId="ad7617575f698bed" providerId="LiveId" clId="{5FC37428-9A96-4CF1-A162-8A847FFC90CA}" dt="2026-08-04T04:38:47.320" v="2746" actId="478"/>
          <ac:picMkLst>
            <pc:docMk/>
            <pc:sldMk cId="915057840" sldId="272"/>
            <ac:picMk id="3074" creationId="{BFD53794-A5B7-43B7-5DC2-9C4800BB4207}"/>
          </ac:picMkLst>
        </pc:picChg>
      </pc:sldChg>
      <pc:sldChg chg="addSp delSp modSp add mod ord">
        <pc:chgData name="Rumana khan" userId="ad7617575f698bed" providerId="LiveId" clId="{5FC37428-9A96-4CF1-A162-8A847FFC90CA}" dt="2026-08-04T05:23:11.324" v="2877" actId="1076"/>
        <pc:sldMkLst>
          <pc:docMk/>
          <pc:sldMk cId="1796509427" sldId="273"/>
        </pc:sldMkLst>
        <pc:spChg chg="mod">
          <ac:chgData name="Rumana khan" userId="ad7617575f698bed" providerId="LiveId" clId="{5FC37428-9A96-4CF1-A162-8A847FFC90CA}" dt="2026-08-04T04:40:43.294" v="2780" actId="113"/>
          <ac:spMkLst>
            <pc:docMk/>
            <pc:sldMk cId="1796509427" sldId="273"/>
            <ac:spMk id="4" creationId="{C6476259-2825-0888-B722-55AEAD7FCA55}"/>
          </ac:spMkLst>
        </pc:spChg>
        <pc:spChg chg="mod">
          <ac:chgData name="Rumana khan" userId="ad7617575f698bed" providerId="LiveId" clId="{5FC37428-9A96-4CF1-A162-8A847FFC90CA}" dt="2026-08-04T05:23:11.324" v="2877" actId="1076"/>
          <ac:spMkLst>
            <pc:docMk/>
            <pc:sldMk cId="1796509427" sldId="273"/>
            <ac:spMk id="5" creationId="{5C5DC475-AC74-02AE-68FD-C630BC248E68}"/>
          </ac:spMkLst>
        </pc:spChg>
        <pc:picChg chg="add del mod">
          <ac:chgData name="Rumana khan" userId="ad7617575f698bed" providerId="LiveId" clId="{5FC37428-9A96-4CF1-A162-8A847FFC90CA}" dt="2026-08-04T04:40:22.193" v="2777" actId="478"/>
          <ac:picMkLst>
            <pc:docMk/>
            <pc:sldMk cId="1796509427" sldId="273"/>
            <ac:picMk id="11" creationId="{0FA9C503-FF22-0927-957D-CFD7F5B13740}"/>
          </ac:picMkLst>
        </pc:picChg>
        <pc:picChg chg="add mod">
          <ac:chgData name="Rumana khan" userId="ad7617575f698bed" providerId="LiveId" clId="{5FC37428-9A96-4CF1-A162-8A847FFC90CA}" dt="2026-08-04T05:22:53.677" v="2871" actId="1076"/>
          <ac:picMkLst>
            <pc:docMk/>
            <pc:sldMk cId="1796509427" sldId="273"/>
            <ac:picMk id="4098" creationId="{50D19583-8CA9-ED52-B6B3-3AD58556841C}"/>
          </ac:picMkLst>
        </pc:picChg>
        <pc:picChg chg="add mod">
          <ac:chgData name="Rumana khan" userId="ad7617575f698bed" providerId="LiveId" clId="{5FC37428-9A96-4CF1-A162-8A847FFC90CA}" dt="2026-08-04T05:23:02.177" v="2875" actId="1076"/>
          <ac:picMkLst>
            <pc:docMk/>
            <pc:sldMk cId="1796509427" sldId="273"/>
            <ac:picMk id="4100" creationId="{2C5B6E77-B298-6D2C-3A51-EDE3A9FEC3B7}"/>
          </ac:picMkLst>
        </pc:picChg>
      </pc:sldChg>
      <pc:sldChg chg="addSp delSp modSp add del mod ord">
        <pc:chgData name="Rumana khan" userId="ad7617575f698bed" providerId="LiveId" clId="{5FC37428-9A96-4CF1-A162-8A847FFC90CA}" dt="2026-08-04T04:41:36.373" v="2801" actId="47"/>
        <pc:sldMkLst>
          <pc:docMk/>
          <pc:sldMk cId="3151823448" sldId="274"/>
        </pc:sldMkLst>
      </pc:sldChg>
      <pc:sldChg chg="addSp modSp add del mod ord">
        <pc:chgData name="Rumana khan" userId="ad7617575f698bed" providerId="LiveId" clId="{5FC37428-9A96-4CF1-A162-8A847FFC90CA}" dt="2026-08-04T04:41:35.014" v="2800" actId="47"/>
        <pc:sldMkLst>
          <pc:docMk/>
          <pc:sldMk cId="3587684467" sldId="275"/>
        </pc:sldMkLst>
      </pc:sldChg>
      <pc:sldChg chg="addSp modSp add del mod ord">
        <pc:chgData name="Rumana khan" userId="ad7617575f698bed" providerId="LiveId" clId="{5FC37428-9A96-4CF1-A162-8A847FFC90CA}" dt="2026-08-04T04:41:33.680" v="2799" actId="47"/>
        <pc:sldMkLst>
          <pc:docMk/>
          <pc:sldMk cId="70917569" sldId="276"/>
        </pc:sldMkLst>
      </pc:sldChg>
      <pc:sldChg chg="addSp delSp modSp add del mod ord">
        <pc:chgData name="Rumana khan" userId="ad7617575f698bed" providerId="LiveId" clId="{5FC37428-9A96-4CF1-A162-8A847FFC90CA}" dt="2026-08-04T04:41:31.503" v="2798" actId="47"/>
        <pc:sldMkLst>
          <pc:docMk/>
          <pc:sldMk cId="548182027" sldId="277"/>
        </pc:sldMkLst>
      </pc:sldChg>
      <pc:sldChg chg="addSp delSp modSp add del mod ord">
        <pc:chgData name="Rumana khan" userId="ad7617575f698bed" providerId="LiveId" clId="{5FC37428-9A96-4CF1-A162-8A847FFC90CA}" dt="2026-08-04T04:41:30.415" v="2797" actId="47"/>
        <pc:sldMkLst>
          <pc:docMk/>
          <pc:sldMk cId="3676154407" sldId="278"/>
        </pc:sldMkLst>
      </pc:sldChg>
      <pc:sldChg chg="addSp modSp add del mod ord">
        <pc:chgData name="Rumana khan" userId="ad7617575f698bed" providerId="LiveId" clId="{5FC37428-9A96-4CF1-A162-8A847FFC90CA}" dt="2026-08-04T04:41:29.577" v="2796" actId="47"/>
        <pc:sldMkLst>
          <pc:docMk/>
          <pc:sldMk cId="23322407" sldId="279"/>
        </pc:sldMkLst>
      </pc:sldChg>
      <pc:sldChg chg="addSp delSp modSp add del mod ord">
        <pc:chgData name="Rumana khan" userId="ad7617575f698bed" providerId="LiveId" clId="{5FC37428-9A96-4CF1-A162-8A847FFC90CA}" dt="2026-08-04T04:41:28.604" v="2795" actId="47"/>
        <pc:sldMkLst>
          <pc:docMk/>
          <pc:sldMk cId="2828176927" sldId="280"/>
        </pc:sldMkLst>
      </pc:sldChg>
      <pc:sldChg chg="addSp modSp add del mod ord">
        <pc:chgData name="Rumana khan" userId="ad7617575f698bed" providerId="LiveId" clId="{5FC37428-9A96-4CF1-A162-8A847FFC90CA}" dt="2026-08-04T04:41:27.482" v="2794" actId="47"/>
        <pc:sldMkLst>
          <pc:docMk/>
          <pc:sldMk cId="4242967692" sldId="281"/>
        </pc:sldMkLst>
      </pc:sldChg>
    </pc:docChg>
  </pc:docChgLst>
  <pc:docChgLst>
    <pc:chgData name="Harinika S" userId="672380d0b7eefe62" providerId="LiveId" clId="{C2793E46-BC0A-4D2E-942E-6536032D9720}"/>
    <pc:docChg chg="undo custSel addSld modSld">
      <pc:chgData name="Harinika S" userId="672380d0b7eefe62" providerId="LiveId" clId="{C2793E46-BC0A-4D2E-942E-6536032D9720}" dt="2026-08-04T05:47:15.608" v="80" actId="20577"/>
      <pc:docMkLst>
        <pc:docMk/>
      </pc:docMkLst>
      <pc:sldChg chg="delSp modSp mod">
        <pc:chgData name="Harinika S" userId="672380d0b7eefe62" providerId="LiveId" clId="{C2793E46-BC0A-4D2E-942E-6536032D9720}" dt="2026-08-04T05:46:10.288" v="42" actId="1076"/>
        <pc:sldMkLst>
          <pc:docMk/>
          <pc:sldMk cId="0" sldId="258"/>
        </pc:sldMkLst>
        <pc:spChg chg="mod">
          <ac:chgData name="Harinika S" userId="672380d0b7eefe62" providerId="LiveId" clId="{C2793E46-BC0A-4D2E-942E-6536032D9720}" dt="2026-08-04T05:45:21.041" v="2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Harinika S" userId="672380d0b7eefe62" providerId="LiveId" clId="{C2793E46-BC0A-4D2E-942E-6536032D9720}" dt="2026-08-04T05:46:10.288" v="42" actId="1076"/>
          <ac:spMkLst>
            <pc:docMk/>
            <pc:sldMk cId="0" sldId="258"/>
            <ac:spMk id="9" creationId="{00000000-0000-0000-0000-000000000000}"/>
          </ac:spMkLst>
        </pc:spChg>
        <pc:picChg chg="del">
          <ac:chgData name="Harinika S" userId="672380d0b7eefe62" providerId="LiveId" clId="{C2793E46-BC0A-4D2E-942E-6536032D9720}" dt="2026-08-04T05:45:23.021" v="30" actId="478"/>
          <ac:picMkLst>
            <pc:docMk/>
            <pc:sldMk cId="0" sldId="258"/>
            <ac:picMk id="11" creationId="{678B74E8-A187-A8DB-C0C3-7C0D6CA4DEA1}"/>
          </ac:picMkLst>
        </pc:picChg>
      </pc:sldChg>
      <pc:sldChg chg="addSp delSp mod">
        <pc:chgData name="Harinika S" userId="672380d0b7eefe62" providerId="LiveId" clId="{C2793E46-BC0A-4D2E-942E-6536032D9720}" dt="2026-08-04T05:46:21.329" v="44" actId="22"/>
        <pc:sldMkLst>
          <pc:docMk/>
          <pc:sldMk cId="1796509427" sldId="273"/>
        </pc:sldMkLst>
        <pc:spChg chg="add del">
          <ac:chgData name="Harinika S" userId="672380d0b7eefe62" providerId="LiveId" clId="{C2793E46-BC0A-4D2E-942E-6536032D9720}" dt="2026-08-04T05:46:21.329" v="44" actId="22"/>
          <ac:spMkLst>
            <pc:docMk/>
            <pc:sldMk cId="1796509427" sldId="273"/>
            <ac:spMk id="11" creationId="{AA8CE0A0-C691-647A-FC94-EAACEF4AF3BD}"/>
          </ac:spMkLst>
        </pc:spChg>
      </pc:sldChg>
      <pc:sldChg chg="add">
        <pc:chgData name="Harinika S" userId="672380d0b7eefe62" providerId="LiveId" clId="{C2793E46-BC0A-4D2E-942E-6536032D9720}" dt="2026-08-04T05:45:08.517" v="0"/>
        <pc:sldMkLst>
          <pc:docMk/>
          <pc:sldMk cId="2519744569" sldId="274"/>
        </pc:sldMkLst>
      </pc:sldChg>
      <pc:sldChg chg="modSp add mod">
        <pc:chgData name="Harinika S" userId="672380d0b7eefe62" providerId="LiveId" clId="{C2793E46-BC0A-4D2E-942E-6536032D9720}" dt="2026-08-04T05:47:15.608" v="80" actId="20577"/>
        <pc:sldMkLst>
          <pc:docMk/>
          <pc:sldMk cId="2403947379" sldId="275"/>
        </pc:sldMkLst>
        <pc:spChg chg="mod">
          <ac:chgData name="Harinika S" userId="672380d0b7eefe62" providerId="LiveId" clId="{C2793E46-BC0A-4D2E-942E-6536032D9720}" dt="2026-08-04T05:46:37.056" v="67" actId="20577"/>
          <ac:spMkLst>
            <pc:docMk/>
            <pc:sldMk cId="2403947379" sldId="275"/>
            <ac:spMk id="4" creationId="{157FE7CB-87C8-AA49-2108-CA10616B74EB}"/>
          </ac:spMkLst>
        </pc:spChg>
        <pc:spChg chg="mod">
          <ac:chgData name="Harinika S" userId="672380d0b7eefe62" providerId="LiveId" clId="{C2793E46-BC0A-4D2E-942E-6536032D9720}" dt="2026-08-04T05:47:15.608" v="80" actId="20577"/>
          <ac:spMkLst>
            <pc:docMk/>
            <pc:sldMk cId="2403947379" sldId="275"/>
            <ac:spMk id="9" creationId="{31C062B9-24CD-2C67-0A1F-ABFBFC5CCE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747" y="2366010"/>
            <a:ext cx="15470447" cy="4738008"/>
            <a:chOff x="-107873" y="-1089296"/>
            <a:chExt cx="20627262" cy="63173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19389" cy="5228048"/>
            </a:xfrm>
            <a:custGeom>
              <a:avLst/>
              <a:gdLst/>
              <a:ahLst/>
              <a:cxnLst/>
              <a:rect l="l" t="t" r="r" b="b"/>
              <a:pathLst>
                <a:path w="20519389" h="5228048">
                  <a:moveTo>
                    <a:pt x="0" y="0"/>
                  </a:moveTo>
                  <a:lnTo>
                    <a:pt x="20519389" y="0"/>
                  </a:lnTo>
                  <a:lnTo>
                    <a:pt x="20519389" y="5228048"/>
                  </a:lnTo>
                  <a:lnTo>
                    <a:pt x="0" y="5228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39" b="-19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07873" y="-1089296"/>
              <a:ext cx="20519390" cy="55995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799"/>
                </a:lnSpc>
              </a:pPr>
              <a:r>
                <a:rPr lang="en-US" sz="72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Movie Ticket Booking System using Queue</a:t>
              </a:r>
              <a:endParaRPr lang="en-US" sz="5999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6029" y="7615413"/>
            <a:ext cx="6709105" cy="308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dirty="0"/>
          </a:p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Rumana Khan (192471025)</a:t>
            </a:r>
          </a:p>
          <a:p>
            <a:pPr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Harinika (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192521444) 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l">
              <a:lnSpc>
                <a:spcPts val="407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44495" y="1183529"/>
            <a:ext cx="12232957" cy="228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SIMATS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0" y="8216410"/>
            <a:ext cx="3232532" cy="1359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8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3576"/>
              </a:lnSpc>
            </a:pPr>
            <a:r>
              <a:rPr lang="en-US" sz="298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T. Rajesh Kumar  </a:t>
            </a:r>
          </a:p>
          <a:p>
            <a:pPr algn="l">
              <a:lnSpc>
                <a:spcPts val="3576"/>
              </a:lnSpc>
              <a:spcBef>
                <a:spcPct val="0"/>
              </a:spcBef>
            </a:pPr>
            <a:endParaRPr lang="en-US" sz="298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2384" y="6159201"/>
            <a:ext cx="16237175" cy="67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CSA 0303 – Data Structures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2AA8B-4247-4749-451B-EAEA3270EB27}"/>
              </a:ext>
            </a:extLst>
          </p:cNvPr>
          <p:cNvSpPr txBox="1"/>
          <p:nvPr/>
        </p:nvSpPr>
        <p:spPr>
          <a:xfrm>
            <a:off x="5165272" y="702796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REVIEW – 1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Introduction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19200" y="3009900"/>
            <a:ext cx="16459199" cy="571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efficient Movie Ticket Booking System using queue-based data structures.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booking requests in the order they are received.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Circular Queue for continuous booking requests.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Priority Queue to provide faster booking access to premium members.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Linked List Queue to manage cancellations and waitlisted users.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double booking and reduces customer waiting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7DEA-3B64-CB12-C44E-980CDE74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7E06B6-E7A6-DF3F-53E9-B352F29F6E2D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73F9EA-6E1D-5613-DE6C-63B92B7CA88B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47A942A-19D5-1ED0-AAC3-F913F1920F4D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Problem Statement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9528DC8-FF4E-FE80-5008-9D0516E1B57B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3D87B5D-8C3F-38A5-8976-FADDFDAFB221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F5908F8-1011-FA77-A488-8B04674FF6AB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DA069DB-D170-D3A0-19D7-D568024D0D8E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6B6490C-FE49-6378-7D22-2BD991D96B8A}"/>
              </a:ext>
            </a:extLst>
          </p:cNvPr>
          <p:cNvSpPr txBox="1"/>
          <p:nvPr/>
        </p:nvSpPr>
        <p:spPr>
          <a:xfrm>
            <a:off x="559841" y="2857500"/>
            <a:ext cx="11001376" cy="6548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online ticket booking, many users try to reserve seats at the same time. This can cause: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booking of seats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Unfair booking order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cancellations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experience for premium members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process bookings fairly while handling cancellations efficiently.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F5F656-9087-75DB-0C65-4571A44C2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267" y="3848100"/>
            <a:ext cx="725355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4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Objectives 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400" y="2989064"/>
            <a:ext cx="9982200" cy="63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booking requests in the order they are received.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double booking during high traffic.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 cancelled seats to waitlisted users.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faster booking access for loyalty members</a:t>
            </a: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026" name="Picture 2" descr="Just try to automate Bookmyshow site">
            <a:extLst>
              <a:ext uri="{FF2B5EF4-FFF2-40B4-BE49-F238E27FC236}">
                <a16:creationId xmlns:a16="http://schemas.microsoft.com/office/drawing/2014/main" id="{44AF14EB-800E-C25E-9DDE-4DE37C55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602" y="4152900"/>
            <a:ext cx="7061388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0100" y="587264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1: Seat Reservation &amp;</a:t>
              </a:r>
            </a:p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Priority Booking</a:t>
              </a:r>
              <a:endPara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62042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6029" y="2631748"/>
            <a:ext cx="9446171" cy="8183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booking requests.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seat selections in chronological order.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separate priority queue for premium members.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Premium : 1 General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booking ratio.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  <a:p>
            <a:pPr marL="442597" lvl="1" algn="just">
              <a:lnSpc>
                <a:spcPts val="7011"/>
              </a:lnSpc>
            </a:pPr>
            <a:endParaRPr lang="en-US" sz="4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057CEA-9AA3-1B4F-10DE-A61B7B0C3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543300"/>
            <a:ext cx="6970086" cy="4767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960" y="316011"/>
            <a:ext cx="17106614" cy="3113557"/>
            <a:chOff x="-158057" y="-416676"/>
            <a:chExt cx="22808819" cy="4151409"/>
          </a:xfrm>
        </p:grpSpPr>
        <p:sp>
          <p:nvSpPr>
            <p:cNvPr id="3" name="Freeform 3"/>
            <p:cNvSpPr/>
            <p:nvPr/>
          </p:nvSpPr>
          <p:spPr>
            <a:xfrm>
              <a:off x="-158057" y="639356"/>
              <a:ext cx="22808819" cy="3095377"/>
            </a:xfrm>
            <a:custGeom>
              <a:avLst/>
              <a:gdLst/>
              <a:ahLst/>
              <a:cxnLst/>
              <a:rect l="l" t="t" r="r" b="b"/>
              <a:pathLst>
                <a:path w="22808819" h="3095377">
                  <a:moveTo>
                    <a:pt x="0" y="0"/>
                  </a:moveTo>
                  <a:lnTo>
                    <a:pt x="22808819" y="0"/>
                  </a:lnTo>
                  <a:lnTo>
                    <a:pt x="22808819" y="3095377"/>
                  </a:lnTo>
                  <a:lnTo>
                    <a:pt x="0" y="3095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18" r="3784" b="-750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58057" y="-416676"/>
              <a:ext cx="22808819" cy="3133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2: Cancellation &amp; Waitlist </a:t>
              </a:r>
            </a:p>
            <a:p>
              <a:pPr algn="ctr">
                <a:lnSpc>
                  <a:spcPts val="792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Management</a:t>
              </a: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6960" y="2841297"/>
            <a:ext cx="8474640" cy="637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ticket cancellations.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waitlisted users.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allocate cancelled seats to the first user in the waitlist.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booking records updated.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Queue</a:t>
            </a:r>
          </a:p>
          <a:p>
            <a:pPr marL="442592" lvl="1"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0" name="Picture 2" descr="Browse thousands of Cancel Booking images for design inspiration | Dribbble">
            <a:extLst>
              <a:ext uri="{FF2B5EF4-FFF2-40B4-BE49-F238E27FC236}">
                <a16:creationId xmlns:a16="http://schemas.microsoft.com/office/drawing/2014/main" id="{775DBA41-915A-2F42-F28D-064144881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3429568"/>
            <a:ext cx="7568816" cy="567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5503" y="599943"/>
            <a:ext cx="17106614" cy="1743075"/>
            <a:chOff x="0" y="-38100"/>
            <a:chExt cx="22808819" cy="2324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08819" cy="2286000"/>
            </a:xfrm>
            <a:custGeom>
              <a:avLst/>
              <a:gdLst/>
              <a:ahLst/>
              <a:cxnLst/>
              <a:rect l="l" t="t" r="r" b="b"/>
              <a:pathLst>
                <a:path w="22808819" h="2286000">
                  <a:moveTo>
                    <a:pt x="0" y="0"/>
                  </a:moveTo>
                  <a:lnTo>
                    <a:pt x="22808819" y="0"/>
                  </a:lnTo>
                  <a:lnTo>
                    <a:pt x="2280881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r="3784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08819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IN" sz="7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Structures Used</a:t>
              </a:r>
              <a:r>
                <a:rPr lang="en-US" sz="7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777405-B818-A531-A12A-7945C6F53CCE}"/>
              </a:ext>
            </a:extLst>
          </p:cNvPr>
          <p:cNvSpPr txBox="1"/>
          <p:nvPr/>
        </p:nvSpPr>
        <p:spPr>
          <a:xfrm>
            <a:off x="12149051" y="2471605"/>
            <a:ext cx="2760749" cy="16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14483-C137-A7CC-513D-71F805AE13C2}"/>
              </a:ext>
            </a:extLst>
          </p:cNvPr>
          <p:cNvSpPr txBox="1"/>
          <p:nvPr/>
        </p:nvSpPr>
        <p:spPr>
          <a:xfrm>
            <a:off x="635503" y="2447793"/>
            <a:ext cx="97536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continuous booking requests.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enqueue and dequeue operations.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dynamic waitlist.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insertion and deletion.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faster access to premium members.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ratio-based booking (3 Premium : 1 General).</a:t>
            </a:r>
          </a:p>
          <a:p>
            <a:endParaRPr lang="en-IN" dirty="0"/>
          </a:p>
        </p:txBody>
      </p:sp>
      <p:pic>
        <p:nvPicPr>
          <p:cNvPr id="3074" name="Picture 2" descr="What is Circular Queue | Circular Queue meaning - GeeksforGeeks">
            <a:extLst>
              <a:ext uri="{FF2B5EF4-FFF2-40B4-BE49-F238E27FC236}">
                <a16:creationId xmlns:a16="http://schemas.microsoft.com/office/drawing/2014/main" id="{F4AC8D6A-EAE8-2034-1961-FD391E3B5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5289" y="2408479"/>
            <a:ext cx="2485791" cy="220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229798-F930-30E0-1860-6BEAAC140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4912825"/>
            <a:ext cx="5378840" cy="1743076"/>
          </a:xfrm>
          <a:prstGeom prst="rect">
            <a:avLst/>
          </a:prstGeom>
        </p:spPr>
      </p:pic>
      <p:pic>
        <p:nvPicPr>
          <p:cNvPr id="3084" name="Picture 12" descr="Priority Queues">
            <a:extLst>
              <a:ext uri="{FF2B5EF4-FFF2-40B4-BE49-F238E27FC236}">
                <a16:creationId xmlns:a16="http://schemas.microsoft.com/office/drawing/2014/main" id="{71829D27-5BAA-DD45-56ED-01EC7371E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5941" y="6961275"/>
            <a:ext cx="4161357" cy="304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9C2E-1DE1-B9D6-2006-ADD83D53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5F33E6-319F-6FA5-CD4B-B90435E8149F}"/>
              </a:ext>
            </a:extLst>
          </p:cNvPr>
          <p:cNvGrpSpPr/>
          <p:nvPr/>
        </p:nvGrpSpPr>
        <p:grpSpPr>
          <a:xfrm>
            <a:off x="690562" y="383381"/>
            <a:ext cx="16459200" cy="1743075"/>
            <a:chOff x="0" y="-38100"/>
            <a:chExt cx="21945600" cy="2324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E7816B-83D2-AE1B-8CF9-7ADE02621288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504475-FDE8-F353-DD75-3FBC66E6949E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Expected Outcomes</a:t>
              </a:r>
              <a:endPara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DEE6A4C-4BB0-3322-810E-FD191EC662AB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997F7F-3140-818D-D83D-6A98A686F4E6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71BEC07-EB26-DF91-D2CD-3973061D48B2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67187D6-D9FD-4734-16B3-0A04663B14CA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DA27465-089A-6C46-9255-2DFC51B39670}"/>
              </a:ext>
            </a:extLst>
          </p:cNvPr>
          <p:cNvSpPr txBox="1"/>
          <p:nvPr/>
        </p:nvSpPr>
        <p:spPr>
          <a:xfrm>
            <a:off x="4038600" y="2524227"/>
            <a:ext cx="10591800" cy="737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chronological seat booking.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double booking during peak hours.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seat allocation from waitlist after cancellations.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theater occupancy through efficient back-filling.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booking experience for premium members.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 and reduced waiting time.</a:t>
            </a:r>
          </a:p>
        </p:txBody>
      </p:sp>
    </p:spTree>
    <p:extLst>
      <p:ext uri="{BB962C8B-B14F-4D97-AF65-F5344CB8AC3E}">
        <p14:creationId xmlns:p14="http://schemas.microsoft.com/office/powerpoint/2010/main" val="91505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AAB5-95DC-338E-42F9-84993417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366454-9D06-27EC-4387-9EFB8E71C8F4}"/>
              </a:ext>
            </a:extLst>
          </p:cNvPr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0792A3-5ED7-D8FE-9002-B4EA94CE054E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476259-2825-0888-B722-55AEAD7FCA55}"/>
                </a:ext>
              </a:extLst>
            </p:cNvPr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</a:t>
              </a:r>
              <a:r>
                <a:rPr lang="en-IN" sz="7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Enhancements</a:t>
              </a:r>
              <a:endParaRPr lang="en-US" sz="7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C5DC475-AC74-02AE-68FD-C630BC248E68}"/>
              </a:ext>
            </a:extLst>
          </p:cNvPr>
          <p:cNvSpPr txBox="1"/>
          <p:nvPr/>
        </p:nvSpPr>
        <p:spPr>
          <a:xfrm>
            <a:off x="762000" y="3390900"/>
            <a:ext cx="10829925" cy="5943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QR-code based ticket generation.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seat recommendations.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booking analytics dashboard.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Multi-theater booking support. </a:t>
            </a:r>
          </a:p>
          <a:p>
            <a:endParaRPr lang="en-US" sz="3200" dirty="0"/>
          </a:p>
          <a:p>
            <a:pPr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14A42E-E80B-2D07-1090-FF50CD3AE5AC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CA061A-7733-0294-285E-9CAF7828DB18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65786E5-5E71-3038-9A87-CB3C96FA1471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C0814B-1F69-7C48-2269-35E4D06A833C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100" name="Picture 4" descr="QR Code Ticket Generator: Secure, Track, and Scan Tickets Easily (2026)">
            <a:extLst>
              <a:ext uri="{FF2B5EF4-FFF2-40B4-BE49-F238E27FC236}">
                <a16:creationId xmlns:a16="http://schemas.microsoft.com/office/drawing/2014/main" id="{2C5B6E77-B298-6D2C-3A51-EDE3A9FEC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079" y="3554058"/>
            <a:ext cx="650915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50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1A5E-C22A-2A8E-C2B0-82E07C62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132746-F5E1-F215-A29B-4D9A85767E8D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A786BA-3BA0-AFE8-217B-038FF0F0FADD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7FE7CB-87C8-AA49-2108-CA10616B74EB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Conclusion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324713-643A-FFE6-AF3B-ED2925F82E2F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71A8702-C170-D37F-46A8-88B6DC37114F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E0E0265-B11F-7FC5-DDF1-197E8FFCFB95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0043ADA-BB64-C400-7380-14BEAC19FB1C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1C062B9-24CD-2C67-0A1F-ABFBFC5CCE31}"/>
              </a:ext>
            </a:extLst>
          </p:cNvPr>
          <p:cNvSpPr txBox="1"/>
          <p:nvPr/>
        </p:nvSpPr>
        <p:spPr>
          <a:xfrm>
            <a:off x="1219200" y="3009900"/>
            <a:ext cx="16459199" cy="571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fair and organized movie ticket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booking.Efficiently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booking, cancellation, and waitlist requests.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 booking during high-traffic periods.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assigns cancelled seats to waitlisted users.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seat utilization and customer satisfaction.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effective use of Circular Queue, Priority Queue, and Linked List Queue.</a:t>
            </a:r>
          </a:p>
        </p:txBody>
      </p:sp>
    </p:spTree>
    <p:extLst>
      <p:ext uri="{BB962C8B-B14F-4D97-AF65-F5344CB8AC3E}">
        <p14:creationId xmlns:p14="http://schemas.microsoft.com/office/powerpoint/2010/main" val="240394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30266" y="1998031"/>
            <a:ext cx="10227478" cy="6290929"/>
            <a:chOff x="0" y="0"/>
            <a:chExt cx="13636638" cy="8387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6625" cy="8387969"/>
            </a:xfrm>
            <a:custGeom>
              <a:avLst/>
              <a:gdLst/>
              <a:ahLst/>
              <a:cxnLst/>
              <a:rect l="l" t="t" r="r" b="b"/>
              <a:pathLst>
                <a:path w="13636625" h="8387969">
                  <a:moveTo>
                    <a:pt x="0" y="0"/>
                  </a:moveTo>
                  <a:lnTo>
                    <a:pt x="13636625" y="0"/>
                  </a:lnTo>
                  <a:lnTo>
                    <a:pt x="13636625" y="8387969"/>
                  </a:lnTo>
                  <a:lnTo>
                    <a:pt x="0" y="838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90" r="-45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462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 Bold</vt:lpstr>
      <vt:lpstr>Wingdings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PORGRAMMING CAPSTONE.pptx</dc:title>
  <dc:creator>Keerthana S</dc:creator>
  <cp:lastModifiedBy>Harinika S</cp:lastModifiedBy>
  <cp:revision>3</cp:revision>
  <dcterms:created xsi:type="dcterms:W3CDTF">2006-08-16T00:00:00Z</dcterms:created>
  <dcterms:modified xsi:type="dcterms:W3CDTF">2026-08-04T05:47:21Z</dcterms:modified>
  <dc:identifier>DAHNQmaQsgE</dc:identifier>
</cp:coreProperties>
</file>